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8FF6-EBEA-DC00-388A-533145E85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76809-0557-5040-FAED-65686F1E4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FCB72-3074-D967-1BEE-A07E23DD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0BE3-CC0B-66FB-2C6E-11D5552A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85F1-FCEC-CEB7-0DFF-8F70F8B1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F10E-5B4A-38C7-2E43-35F335EB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9C76-A4CF-8BA1-C364-CAA957B8A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8DBE2-3468-62EB-C4FF-EA000254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21A39-2D1E-600B-FB62-317119D9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DB00C-DF80-C71F-ED0D-72ED2742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4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B55F-CC84-6142-B561-7C7C4DCA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36DA9-B967-74F8-0F25-FD3AF4A0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027BB-D6CD-2AE5-2B9B-DE56D6C4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42773-3302-129E-D1DF-50A18658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82E29-C0F9-DEE0-B24A-F5436FE9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0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B06E-7DDE-9C0C-AD3F-636E5E07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8E07-CDE5-4633-B7D9-DFBAAC60E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3D6A8-8530-D5F5-B1A2-78D732DB1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477EB-42FA-1C3C-71E7-858E25FD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23084-8763-41D0-85D1-A9F9DA45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EF816-726F-F7A5-0BBA-C959ABE7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2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A54B-C27B-0B64-39E1-40DD541C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70DD2-56D2-DF59-68D9-A868C7ECD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BF8B8-7CC0-94C0-B13F-327E478B5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25867-FDFD-CD15-8BC0-17D93EC9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81951-EAC9-6B6D-F8B2-5B1B81F29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3AE745-544D-80E1-4B05-AD76BACC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76D02-16FA-D102-1A3B-2709312F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3A2A98-0620-5112-582F-8569D9C4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0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AA85-59EC-139E-F289-A4C6BB41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E5C2A-D401-57AC-5281-CB880635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A87CE-69AE-31F8-64FA-51CF6C81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90DA4-CD76-37EC-5A3A-2091ED50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6CF9B-1153-07D1-299A-108E9767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33D66-C5B2-FD64-5B2F-59891E30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60DC4-3FFC-99B7-35D6-DA063546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2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64D3-467C-A70D-CB89-3128A142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C21B-2674-1A0F-F7CA-B14F54183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BF89E-9175-0494-1F9E-F592173F6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23B55-78F6-68A1-ABB9-242AA7BF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6C7CC-972D-BD12-23BB-B9A383FB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873B7-3954-290A-6458-B5A415E7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9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B425-AA84-9229-3F77-B0F9F03C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126A5-99EA-C6FE-49C4-F91D30408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122F6-A92B-B0CA-6B40-454A72094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7E987-CD89-233F-D6B6-873B6A94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669F9-DAF1-4E23-1228-3E6D3766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226A-1FC6-F01B-55C9-8D96377E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7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7C01-7304-EB9F-838D-3F76CF51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02B72-B459-9209-DDAB-3F4743878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04276-DEBE-9302-DA77-561C5D03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6E8D-BF76-B329-AA22-B2E78322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69DCD-A938-EE23-F6F0-C85119B3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4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B403F-3973-BB40-A1CA-0B537AD5C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E998-877B-4037-D471-0C33F76B0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211C-AC30-0C04-85B5-2E3AC94C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CA892-970B-69C8-4CAF-796C77CA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F588D-6AD2-879E-89D5-B4EB9EBC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0025E-D4EB-9A70-A5EC-E1D88DB1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723FD-FE42-883F-99A2-5A8B55EA1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AB61-F5C0-2526-0721-4940C8939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95F16-37CD-834E-A0A6-71E8721FCE5F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EBD7-A63D-A43F-B13A-5BC1437C4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0902F-3D54-A3DA-B62D-47C6972F8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761B-2237-D54D-8AD7-9439522D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8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5C7A-C5B9-05F5-B8AF-3B383FE45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Xenium Schematics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45B63-3195-226F-22C9-789525EE4B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5/18/26</a:t>
            </a:r>
          </a:p>
        </p:txBody>
      </p:sp>
    </p:spTree>
    <p:extLst>
      <p:ext uri="{BB962C8B-B14F-4D97-AF65-F5344CB8AC3E}">
        <p14:creationId xmlns:p14="http://schemas.microsoft.com/office/powerpoint/2010/main" val="408300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C57E-F350-CC3F-C20F-DC433079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FAB3B-6A16-0118-F0B8-A9F5661F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47" t="2509" r="34392" b="3345"/>
          <a:stretch>
            <a:fillRect/>
          </a:stretch>
        </p:blipFill>
        <p:spPr>
          <a:xfrm>
            <a:off x="5617151" y="137756"/>
            <a:ext cx="3731741" cy="658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7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7266-B967-ECB5-F43C-73448585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1a. Schematic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13A28-4638-DAF1-A547-FC768A18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3" t="6473" r="9910" b="54690"/>
          <a:stretch>
            <a:fillRect/>
          </a:stretch>
        </p:blipFill>
        <p:spPr>
          <a:xfrm>
            <a:off x="593124" y="2088293"/>
            <a:ext cx="10602243" cy="345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Xenium Schematics</vt:lpstr>
      <vt:lpstr>Graphical Abstract</vt:lpstr>
      <vt:lpstr>Figure 1a. Schematic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Quinones-Labernik, Pravda S</dc:creator>
  <cp:lastModifiedBy>Quinones-Labernik, Pravda S</cp:lastModifiedBy>
  <cp:revision>1</cp:revision>
  <dcterms:created xsi:type="dcterms:W3CDTF">2026-05-18T16:15:53Z</dcterms:created>
  <dcterms:modified xsi:type="dcterms:W3CDTF">2026-05-18T16:19:11Z</dcterms:modified>
</cp:coreProperties>
</file>